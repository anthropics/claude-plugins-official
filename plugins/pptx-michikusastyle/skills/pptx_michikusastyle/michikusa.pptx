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ctrTitle"/>
          </p:nvPr>
        </p:nvSpPr>
        <p:spPr>
          <a:xfrm>
            <a:off x="731520" y="2194560"/>
            <a:ext cx="1069848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60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60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プレゼンタイトル</a:t>
            </a:r>
          </a:p>
        </p:txBody>
      </p:sp>
      <p:sp>
        <p:nvSpPr>
          <p:cNvPr id="11" name="Subtitle"/>
          <p:cNvSpPr>
            <a:spLocks noGrp="1"/>
          </p:cNvSpPr>
          <p:nvPr>
            <p:ph type="subTitle" idx="1"/>
          </p:nvPr>
        </p:nvSpPr>
        <p:spPr>
          <a:xfrm>
            <a:off x="731520" y="4480560"/>
            <a:ext cx="10698480" cy="128016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algn="ctr">
              <a:buNone/>
              <a:defRPr sz="2200" b="1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2200" b="1" dirty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ction Title"/>
          <p:cNvSpPr>
            <a:spLocks noGrp="1"/>
          </p:cNvSpPr>
          <p:nvPr>
            <p:ph type="ctrTitle"/>
          </p:nvPr>
        </p:nvSpPr>
        <p:spPr>
          <a:xfrm>
            <a:off x="457200" y="2377440"/>
            <a:ext cx="11247120" cy="2194560"/>
          </a:xfrm>
          <a:prstGeom prst="rect">
            <a:avLst/>
          </a:prstGeom>
        </p:spPr>
        <p:txBody>
          <a:bodyPr wrap="square" anchor="ctr" lIns="0" tIns="0" rIns="0" bIns="0">
            <a:normAutofit/>
          </a:bodyPr>
          <a:lstStyle>
            <a:lvl1pPr indent="0" algn="ctr">
              <a:buNone/>
              <a:defRPr sz="4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ctr">
              <a:buNone/>
            </a:pPr>
            <a:r>
              <a:rPr lang="ja-JP" sz="4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セクションタイトル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4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Body"/>
          <p:cNvSpPr>
            <a:spLocks noGrp="1"/>
          </p:cNvSpPr>
          <p:nvPr>
            <p:ph type="body" idx="1"/>
          </p:nvPr>
        </p:nvSpPr>
        <p:spPr>
          <a:xfrm>
            <a:off x="777240" y="1371600"/>
            <a:ext cx="10515600" cy="502920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22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</a:pPr>
            <a:r>
              <a:rPr lang="ja-JP" sz="22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箇条書きをここに入力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777240" y="274320"/>
            <a:ext cx="10515600" cy="777240"/>
          </a:xfrm>
          <a:prstGeom prst="rect">
            <a:avLst/>
          </a:prstGeom>
        </p:spPr>
        <p:txBody>
          <a:bodyPr wrap="square" anchor="b" lIns="0" tIns="0" rIns="0" bIns="0">
            <a:normAutofit/>
          </a:bodyPr>
          <a:lstStyle>
            <a:lvl1pPr indent="0" algn="l">
              <a:buNone/>
              <a:defRPr sz="36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algn="l">
              <a:buNone/>
            </a:pPr>
            <a:r>
              <a:rPr lang="ja-JP" sz="36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タイトルを入力</a:t>
            </a:r>
          </a:p>
        </p:txBody>
      </p:sp>
      <p:sp>
        <p:nvSpPr>
          <p:cNvPr id="1005" name="Underline"/>
          <p:cNvSpPr/>
          <p:nvPr/>
        </p:nvSpPr>
        <p:spPr>
          <a:xfrm>
            <a:off x="777240" y="1069848"/>
            <a:ext cx="5257800" cy="381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Left Column"/>
          <p:cNvSpPr>
            <a:spLocks noGrp="1"/>
          </p:cNvSpPr>
          <p:nvPr>
            <p:ph type="body" idx="1"/>
          </p:nvPr>
        </p:nvSpPr>
        <p:spPr>
          <a:xfrm>
            <a:off x="77724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12" name="Right Column"/>
          <p:cNvSpPr>
            <a:spLocks noGrp="1"/>
          </p:cNvSpPr>
          <p:nvPr>
            <p:ph type="body" idx="2"/>
          </p:nvPr>
        </p:nvSpPr>
        <p:spPr>
          <a:xfrm>
            <a:off x="6446520" y="2194560"/>
            <a:ext cx="5120640" cy="393192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marL="411480" indent="-411480" algn="l">
              <a:buClr>
                <a:srgbClr val="221F1F"/>
              </a:buClr>
              <a:buSzPct val="110000"/>
              <a:buFont typeface="Arial" panose="020B0604020202020204" pitchFamily="34" charset="0"/>
              <a:buChar char="●"/>
              <a:defRPr sz="19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r>
              <a:t>項目を入力</a:t>
            </a:r>
          </a:p>
        </p:txBody>
      </p:sp>
      <p:sp>
        <p:nvSpPr>
          <p:cNvPr id="9101" name="Left Subtitle"/>
          <p:cNvSpPr>
            <a:spLocks noGrp="1"/>
          </p:cNvSpPr>
          <p:nvPr>
            <p:ph type="body" sz="quarter" idx="10"/>
          </p:nvPr>
        </p:nvSpPr>
        <p:spPr>
          <a:xfrm>
            <a:off x="77724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  <p:sp>
        <p:nvSpPr>
          <p:cNvPr id="9102" name="Right Subtitle"/>
          <p:cNvSpPr>
            <a:spLocks noGrp="1"/>
          </p:cNvSpPr>
          <p:nvPr>
            <p:ph type="body" sz="quarter" idx="11"/>
          </p:nvPr>
        </p:nvSpPr>
        <p:spPr>
          <a:xfrm>
            <a:off x="6446520" y="1600200"/>
            <a:ext cx="5120640" cy="548640"/>
          </a:xfrm>
          <a:prstGeom prst="rect">
            <a:avLst/>
          </a:prstGeom>
        </p:spPr>
        <p:txBody>
          <a:bodyPr wrap="square" anchor="t" lIns="0" tIns="0" rIns="0" bIns="0">
            <a:normAutofit/>
          </a:bodyPr>
          <a:lstStyle>
            <a:lvl1pPr indent="0" marL="0" algn="l">
              <a:buNone/>
              <a:defRPr sz="2800" b="1">
                <a:solidFill>
                  <a:srgbClr val="221F1F"/>
                </a:solidFill>
                <a:latin typeface="Noto Sans JP"/>
                <a:ea typeface="Noto Sans JP"/>
                <a:cs typeface="Noto Sans JP"/>
              </a:defRPr>
            </a:lvl1pPr>
          </a:lstStyle>
          <a:p>
            <a:pPr indent="0" marL="0" algn="l">
              <a:buNone/>
            </a:pPr>
            <a:r>
              <a:rPr lang="ja-JP" sz="2800" b="1" dirty="0">
                <a:solidFill>
                  <a:srgbClr val="221F1F"/>
                </a:solidFill>
                <a:latin typeface="Noto Sans JP"/>
                <a:ea typeface="Noto Sans JP"/>
                <a:cs typeface="Noto Sans JP"/>
              </a:rPr>
              <a:t>サブタイトルを入力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01" name="BorderGradient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00A6E8"/>
              </a:gs>
              <a:gs pos="100000">
                <a:srgbClr val="003DE8"/>
              </a:gs>
            </a:gsLst>
            <a:lin ang="0" scaled="1"/>
          </a:gra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02" name="BorderInner"/>
          <p:cNvSpPr/>
          <p:nvPr/>
        </p:nvSpPr>
        <p:spPr>
          <a:xfrm>
            <a:off x="88900" y="88900"/>
            <a:ext cx="12013895" cy="668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pic>
        <p:nvPicPr>
          <p:cNvPr id="1003" name="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30207" y="320040"/>
            <a:ext cx="2304288" cy="38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プレゼンタイトル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サブタイトル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セクションタイトル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箇条書きスライド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1つ目のポイント</a:t>
            </a:r>
          </a:p>
          <a:p>
            <a:r>
              <a:t>2つ目のポイント</a:t>
            </a:r>
          </a:p>
          <a:p>
            <a:r>
              <a:t>3つ目のポイント</a:t>
            </a:r>
          </a:p>
          <a:p>
            <a:r>
              <a:t>4つ目のポイント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2列箇条書きスライド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左列の項目1</a:t>
            </a:r>
          </a:p>
          <a:p>
            <a:r>
              <a:t>左列の項目2</a:t>
            </a:r>
          </a:p>
          <a:p>
            <a:r>
              <a:t>左列の項目3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t>右列の項目1</a:t>
            </a:r>
          </a:p>
          <a:p>
            <a:r>
              <a:t>右列の項目2</a:t>
            </a:r>
          </a:p>
          <a:p>
            <a:r>
              <a:t>右列の項目3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